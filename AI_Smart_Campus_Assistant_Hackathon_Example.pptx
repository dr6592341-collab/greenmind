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D23"/>
                </a:solidFill>
              </a:defRPr>
            </a:pPr>
            <a:r>
              <a:t>AI SMART CAMPUS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200" b="1">
                <a:solidFill>
                  <a:srgbClr val="2D3732"/>
                </a:solidFill>
              </a:defRPr>
            </a:pPr>
            <a:r>
              <a:t>One Platform for Every Student Need</a:t>
            </a:r>
          </a:p>
          <a:p>
            <a:pPr algn="ctr">
              <a:spcAft>
                <a:spcPts val="1000"/>
              </a:spcAft>
              <a:defRPr sz="2200" b="1">
                <a:solidFill>
                  <a:srgbClr val="2D3732"/>
                </a:solidFill>
              </a:defRPr>
            </a:pPr>
            <a:r>
              <a:t>Hackathon Project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73"/>
                </a:solidFill>
              </a:defRPr>
            </a:pPr>
            <a:r>
              <a:t>Hackathon Example •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23"/>
                </a:solidFill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• Students miss important college announcements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• Timetable, events and study materials are scattered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• Placement information is difficult to track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• Students need quick answers to common college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73"/>
                </a:solidFill>
              </a:defRPr>
            </a:pPr>
            <a:r>
              <a:t>Hackathon Example •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23"/>
                </a:solidFill>
              </a:defRPr>
            </a:pPr>
            <a:r>
              <a:t>2.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AI Smart Campus Assistant is a single web platform that brings student information into one place.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Students can check announcements, timetable, study materials, events and placement updates.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73"/>
                </a:solidFill>
              </a:defRPr>
            </a:pPr>
            <a:r>
              <a:t>Hackathon Example •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23"/>
                </a:solidFill>
              </a:defRPr>
            </a:pPr>
            <a:r>
              <a:t>3.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🤖 AI Student Assistant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📢 College Announcements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📅 Smart Timetable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📚 Study Materials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🎯 Placement Corner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📆 Event Calendar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🔔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73"/>
                </a:solidFill>
              </a:defRPr>
            </a:pPr>
            <a:r>
              <a:t>Hackathon Example •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23"/>
                </a:solidFill>
              </a:defRPr>
            </a:pPr>
            <a:r>
              <a:t>4. HOW THE WEBSITE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D3732"/>
                </a:solidFill>
              </a:defRPr>
            </a:pPr>
            <a:r>
              <a:t>Student Login</a:t>
            </a:r>
          </a:p>
          <a:p>
            <a:pPr>
              <a:spcAft>
                <a:spcPts val="1000"/>
              </a:spcAft>
              <a:defRPr sz="2200">
                <a:solidFill>
                  <a:srgbClr val="2D3732"/>
                </a:solidFill>
              </a:defRPr>
            </a:pPr>
            <a:r>
              <a:t>↓</a:t>
            </a:r>
          </a:p>
          <a:p>
            <a:pPr>
              <a:spcAft>
                <a:spcPts val="1000"/>
              </a:spcAft>
              <a:defRPr sz="2200">
                <a:solidFill>
                  <a:srgbClr val="2D3732"/>
                </a:solidFill>
              </a:defRPr>
            </a:pPr>
            <a:r>
              <a:t>Smart Dashboard</a:t>
            </a:r>
          </a:p>
          <a:p>
            <a:pPr>
              <a:spcAft>
                <a:spcPts val="1000"/>
              </a:spcAft>
              <a:defRPr sz="2200">
                <a:solidFill>
                  <a:srgbClr val="2D3732"/>
                </a:solidFill>
              </a:defRPr>
            </a:pPr>
            <a:r>
              <a:t>↓</a:t>
            </a:r>
          </a:p>
          <a:p>
            <a:pPr>
              <a:spcAft>
                <a:spcPts val="1000"/>
              </a:spcAft>
              <a:defRPr sz="2200">
                <a:solidFill>
                  <a:srgbClr val="2D3732"/>
                </a:solidFill>
              </a:defRPr>
            </a:pPr>
            <a:r>
              <a:t>Choose a service</a:t>
            </a:r>
          </a:p>
          <a:p>
            <a:pPr>
              <a:spcAft>
                <a:spcPts val="1000"/>
              </a:spcAft>
              <a:defRPr sz="2200">
                <a:solidFill>
                  <a:srgbClr val="2D3732"/>
                </a:solidFill>
              </a:defRPr>
            </a:pPr>
            <a:r>
              <a:t>↓</a:t>
            </a:r>
          </a:p>
          <a:p>
            <a:pPr>
              <a:spcAft>
                <a:spcPts val="1000"/>
              </a:spcAft>
              <a:defRPr sz="2200">
                <a:solidFill>
                  <a:srgbClr val="2D3732"/>
                </a:solidFill>
              </a:defRPr>
            </a:pPr>
            <a:r>
              <a:t>Get the required information</a:t>
            </a:r>
          </a:p>
          <a:p>
            <a:pPr>
              <a:spcAft>
                <a:spcPts val="1000"/>
              </a:spcAft>
              <a:defRPr sz="2200">
                <a:solidFill>
                  <a:srgbClr val="2D3732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2D3732"/>
                </a:solidFill>
              </a:defRPr>
            </a:pPr>
            <a:r>
              <a:t>Example: Login → Placement → View available drives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73"/>
                </a:solidFill>
              </a:defRPr>
            </a:pPr>
            <a:r>
              <a:t>Hackathon Example •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23"/>
                </a:solidFill>
              </a:defRPr>
            </a:pPr>
            <a:r>
              <a:t>5. WEBSITE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• Login Page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• Student Dashboard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• AI Assistant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• Timetable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• Announcements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• Study Materials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• Placement Corner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•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73"/>
                </a:solidFill>
              </a:defRPr>
            </a:pPr>
            <a:r>
              <a:t>Hackathon Example •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23"/>
                </a:solidFill>
              </a:defRPr>
            </a:pPr>
            <a:r>
              <a:t>6.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• One place for important student information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• Saves time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• Reduces missed announcements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• Makes placement updates easier to find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• Improves communication between college and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73"/>
                </a:solidFill>
              </a:defRPr>
            </a:pPr>
            <a:r>
              <a:t>Hackathon Example •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23"/>
                </a:solidFill>
              </a:defRPr>
            </a:pPr>
            <a:r>
              <a:t>7. FUTURE SCOPE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Future Scope: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• Mobile app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• Voice-based AI assistant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• Personalized study plans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• AI placement preparation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Conclusion:</a:t>
            </a:r>
          </a:p>
          <a:p>
            <a:pPr>
              <a:spcAft>
                <a:spcPts val="1000"/>
              </a:spcAft>
              <a:defRPr sz="2000">
                <a:solidFill>
                  <a:srgbClr val="2D3732"/>
                </a:solidFill>
              </a:defRPr>
            </a:pPr>
            <a:r>
              <a:t>ONE CAMPUS. ONE PLATFORM. SMARTER STUDENTS.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73"/>
                </a:solidFill>
              </a:defRPr>
            </a:pPr>
            <a:r>
              <a:t>Hackathon Example • Slide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